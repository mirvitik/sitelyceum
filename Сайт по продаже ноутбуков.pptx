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5" r:id="rId3"/>
    <p:sldId id="257" r:id="rId4"/>
    <p:sldId id="258" r:id="rId5"/>
    <p:sldId id="259" r:id="rId6"/>
    <p:sldId id="261" r:id="rId7"/>
    <p:sldId id="262" r:id="rId8"/>
    <p:sldId id="263" r:id="rId9"/>
    <p:sldId id="266" r:id="rId10"/>
    <p:sldId id="264" r:id="rId11"/>
    <p:sldId id="267" r:id="rId12"/>
    <p:sldId id="26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42386F-6726-4694-88C9-882CAC8FC28C}" v="16" dt="2025-05-04T16:37:35.5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Максим Алябьев" userId="d68a461af1f0a1ed" providerId="LiveId" clId="{A042386F-6726-4694-88C9-882CAC8FC28C}"/>
    <pc:docChg chg="undo custSel addSld delSld modSld sldOrd">
      <pc:chgData name="Максим Алябьев" userId="d68a461af1f0a1ed" providerId="LiveId" clId="{A042386F-6726-4694-88C9-882CAC8FC28C}" dt="2025-05-05T16:48:46.551" v="1764" actId="20577"/>
      <pc:docMkLst>
        <pc:docMk/>
      </pc:docMkLst>
      <pc:sldChg chg="modSp mod">
        <pc:chgData name="Максим Алябьев" userId="d68a461af1f0a1ed" providerId="LiveId" clId="{A042386F-6726-4694-88C9-882CAC8FC28C}" dt="2025-04-13T17:24:25.152" v="1047" actId="20577"/>
        <pc:sldMkLst>
          <pc:docMk/>
          <pc:sldMk cId="1096282632" sldId="257"/>
        </pc:sldMkLst>
        <pc:spChg chg="mod">
          <ac:chgData name="Максим Алябьев" userId="d68a461af1f0a1ed" providerId="LiveId" clId="{A042386F-6726-4694-88C9-882CAC8FC28C}" dt="2025-04-13T17:24:25.152" v="1047" actId="20577"/>
          <ac:spMkLst>
            <pc:docMk/>
            <pc:sldMk cId="1096282632" sldId="257"/>
            <ac:spMk id="5" creationId="{0E5C9AB3-3870-7796-3AB7-2613C2A7C41F}"/>
          </ac:spMkLst>
        </pc:spChg>
      </pc:sldChg>
      <pc:sldChg chg="addSp delSp modSp mod">
        <pc:chgData name="Максим Алябьев" userId="d68a461af1f0a1ed" providerId="LiveId" clId="{A042386F-6726-4694-88C9-882CAC8FC28C}" dt="2025-04-09T18:43:30.564" v="948" actId="1076"/>
        <pc:sldMkLst>
          <pc:docMk/>
          <pc:sldMk cId="2660540084" sldId="258"/>
        </pc:sldMkLst>
        <pc:picChg chg="add mod">
          <ac:chgData name="Максим Алябьев" userId="d68a461af1f0a1ed" providerId="LiveId" clId="{A042386F-6726-4694-88C9-882CAC8FC28C}" dt="2025-04-09T18:43:30.564" v="948" actId="1076"/>
          <ac:picMkLst>
            <pc:docMk/>
            <pc:sldMk cId="2660540084" sldId="258"/>
            <ac:picMk id="8" creationId="{C17BA6CA-5DB1-D972-C6A0-5262AAF2294A}"/>
          </ac:picMkLst>
        </pc:picChg>
      </pc:sldChg>
      <pc:sldChg chg="addSp delSp modSp mod">
        <pc:chgData name="Максим Алябьев" userId="d68a461af1f0a1ed" providerId="LiveId" clId="{A042386F-6726-4694-88C9-882CAC8FC28C}" dt="2025-04-09T18:41:00.909" v="946" actId="1076"/>
        <pc:sldMkLst>
          <pc:docMk/>
          <pc:sldMk cId="2570195195" sldId="259"/>
        </pc:sldMkLst>
        <pc:picChg chg="add mod">
          <ac:chgData name="Максим Алябьев" userId="d68a461af1f0a1ed" providerId="LiveId" clId="{A042386F-6726-4694-88C9-882CAC8FC28C}" dt="2025-04-09T18:41:00.909" v="946" actId="1076"/>
          <ac:picMkLst>
            <pc:docMk/>
            <pc:sldMk cId="2570195195" sldId="259"/>
            <ac:picMk id="8" creationId="{536CD0EA-E974-6D63-194C-9EF437954ED5}"/>
          </ac:picMkLst>
        </pc:picChg>
      </pc:sldChg>
      <pc:sldChg chg="addSp delSp modSp new mod modClrScheme chgLayout">
        <pc:chgData name="Максим Алябьев" userId="d68a461af1f0a1ed" providerId="LiveId" clId="{A042386F-6726-4694-88C9-882CAC8FC28C}" dt="2025-04-09T18:19:23.784" v="90" actId="20577"/>
        <pc:sldMkLst>
          <pc:docMk/>
          <pc:sldMk cId="3825640641" sldId="260"/>
        </pc:sldMkLst>
        <pc:spChg chg="add mod ord">
          <ac:chgData name="Максим Алябьев" userId="d68a461af1f0a1ed" providerId="LiveId" clId="{A042386F-6726-4694-88C9-882CAC8FC28C}" dt="2025-04-09T18:19:23.784" v="90" actId="20577"/>
          <ac:spMkLst>
            <pc:docMk/>
            <pc:sldMk cId="3825640641" sldId="260"/>
            <ac:spMk id="7" creationId="{74A6BBF3-98F3-6614-132D-677718202368}"/>
          </ac:spMkLst>
        </pc:spChg>
        <pc:spChg chg="add mod ord">
          <ac:chgData name="Максим Алябьев" userId="d68a461af1f0a1ed" providerId="LiveId" clId="{A042386F-6726-4694-88C9-882CAC8FC28C}" dt="2025-04-09T18:16:32.386" v="1" actId="700"/>
          <ac:spMkLst>
            <pc:docMk/>
            <pc:sldMk cId="3825640641" sldId="260"/>
            <ac:spMk id="8" creationId="{7F9DEF54-3639-4585-7DD4-0968C37B866B}"/>
          </ac:spMkLst>
        </pc:spChg>
      </pc:sldChg>
      <pc:sldChg chg="addSp delSp modSp new mod">
        <pc:chgData name="Максим Алябьев" userId="d68a461af1f0a1ed" providerId="LiveId" clId="{A042386F-6726-4694-88C9-882CAC8FC28C}" dt="2025-04-09T18:39:58.284" v="944" actId="20577"/>
        <pc:sldMkLst>
          <pc:docMk/>
          <pc:sldMk cId="3827718421" sldId="261"/>
        </pc:sldMkLst>
        <pc:spChg chg="mod">
          <ac:chgData name="Максим Алябьев" userId="d68a461af1f0a1ed" providerId="LiveId" clId="{A042386F-6726-4694-88C9-882CAC8FC28C}" dt="2025-04-09T18:19:58.590" v="119" actId="20577"/>
          <ac:spMkLst>
            <pc:docMk/>
            <pc:sldMk cId="3827718421" sldId="261"/>
            <ac:spMk id="2" creationId="{876B7A6C-5B97-F1FD-398F-8D6E4AC4C9DA}"/>
          </ac:spMkLst>
        </pc:spChg>
        <pc:spChg chg="mod">
          <ac:chgData name="Максим Алябьев" userId="d68a461af1f0a1ed" providerId="LiveId" clId="{A042386F-6726-4694-88C9-882CAC8FC28C}" dt="2025-04-09T18:39:58.284" v="944" actId="20577"/>
          <ac:spMkLst>
            <pc:docMk/>
            <pc:sldMk cId="3827718421" sldId="261"/>
            <ac:spMk id="4" creationId="{C12E2A8D-2B19-2436-82CC-43C40D32A5D7}"/>
          </ac:spMkLst>
        </pc:spChg>
        <pc:picChg chg="add mod">
          <ac:chgData name="Максим Алябьев" userId="d68a461af1f0a1ed" providerId="LiveId" clId="{A042386F-6726-4694-88C9-882CAC8FC28C}" dt="2025-04-09T18:33:37.421" v="780" actId="1076"/>
          <ac:picMkLst>
            <pc:docMk/>
            <pc:sldMk cId="3827718421" sldId="261"/>
            <ac:picMk id="8" creationId="{AC94FAE7-217B-990D-9C9D-F4410EE04661}"/>
          </ac:picMkLst>
        </pc:picChg>
      </pc:sldChg>
      <pc:sldChg chg="addSp delSp modSp new mod">
        <pc:chgData name="Максим Алябьев" userId="d68a461af1f0a1ed" providerId="LiveId" clId="{A042386F-6726-4694-88C9-882CAC8FC28C}" dt="2025-04-13T17:26:48.320" v="1051" actId="1076"/>
        <pc:sldMkLst>
          <pc:docMk/>
          <pc:sldMk cId="274797331" sldId="262"/>
        </pc:sldMkLst>
        <pc:spChg chg="mod">
          <ac:chgData name="Максим Алябьев" userId="d68a461af1f0a1ed" providerId="LiveId" clId="{A042386F-6726-4694-88C9-882CAC8FC28C}" dt="2025-04-09T18:20:28.165" v="149" actId="20577"/>
          <ac:spMkLst>
            <pc:docMk/>
            <pc:sldMk cId="274797331" sldId="262"/>
            <ac:spMk id="2" creationId="{D0C4D8D1-D4AD-9D91-7677-C2546E384274}"/>
          </ac:spMkLst>
        </pc:spChg>
        <pc:spChg chg="mod">
          <ac:chgData name="Максим Алябьев" userId="d68a461af1f0a1ed" providerId="LiveId" clId="{A042386F-6726-4694-88C9-882CAC8FC28C}" dt="2025-04-09T18:27:06.322" v="430" actId="20577"/>
          <ac:spMkLst>
            <pc:docMk/>
            <pc:sldMk cId="274797331" sldId="262"/>
            <ac:spMk id="3" creationId="{93DEF7C0-7E8E-9847-71E3-ACBAB75BF724}"/>
          </ac:spMkLst>
        </pc:spChg>
        <pc:spChg chg="mod">
          <ac:chgData name="Максим Алябьев" userId="d68a461af1f0a1ed" providerId="LiveId" clId="{A042386F-6726-4694-88C9-882CAC8FC28C}" dt="2025-04-09T18:31:45.701" v="778" actId="20577"/>
          <ac:spMkLst>
            <pc:docMk/>
            <pc:sldMk cId="274797331" sldId="262"/>
            <ac:spMk id="4" creationId="{0B03BA9F-A230-3556-0497-8D96AD6F839A}"/>
          </ac:spMkLst>
        </pc:spChg>
        <pc:picChg chg="add mod">
          <ac:chgData name="Максим Алябьев" userId="d68a461af1f0a1ed" providerId="LiveId" clId="{A042386F-6726-4694-88C9-882CAC8FC28C}" dt="2025-04-13T17:26:48.320" v="1051" actId="1076"/>
          <ac:picMkLst>
            <pc:docMk/>
            <pc:sldMk cId="274797331" sldId="262"/>
            <ac:picMk id="10" creationId="{EE8A4368-9F05-BF0D-582B-A77665422463}"/>
          </ac:picMkLst>
        </pc:picChg>
      </pc:sldChg>
      <pc:sldChg chg="addSp delSp modSp new mod">
        <pc:chgData name="Максим Алябьев" userId="d68a461af1f0a1ed" providerId="LiveId" clId="{A042386F-6726-4694-88C9-882CAC8FC28C}" dt="2025-04-13T17:37:25.514" v="1107" actId="20577"/>
        <pc:sldMkLst>
          <pc:docMk/>
          <pc:sldMk cId="401784004" sldId="263"/>
        </pc:sldMkLst>
        <pc:spChg chg="mod">
          <ac:chgData name="Максим Алябьев" userId="d68a461af1f0a1ed" providerId="LiveId" clId="{A042386F-6726-4694-88C9-882CAC8FC28C}" dt="2025-04-09T18:20:48.073" v="181" actId="20577"/>
          <ac:spMkLst>
            <pc:docMk/>
            <pc:sldMk cId="401784004" sldId="263"/>
            <ac:spMk id="2" creationId="{A81A57B3-C50F-BB96-5ED5-E895FA8A764E}"/>
          </ac:spMkLst>
        </pc:spChg>
        <pc:spChg chg="mod">
          <ac:chgData name="Максим Алябьев" userId="d68a461af1f0a1ed" providerId="LiveId" clId="{A042386F-6726-4694-88C9-882CAC8FC28C}" dt="2025-04-09T18:24:37.725" v="229" actId="20577"/>
          <ac:spMkLst>
            <pc:docMk/>
            <pc:sldMk cId="401784004" sldId="263"/>
            <ac:spMk id="3" creationId="{91FF523E-FEA0-110F-14C1-0CF08B57262A}"/>
          </ac:spMkLst>
        </pc:spChg>
        <pc:spChg chg="mod">
          <ac:chgData name="Максим Алябьев" userId="d68a461af1f0a1ed" providerId="LiveId" clId="{A042386F-6726-4694-88C9-882CAC8FC28C}" dt="2025-04-13T17:37:25.514" v="1107" actId="20577"/>
          <ac:spMkLst>
            <pc:docMk/>
            <pc:sldMk cId="401784004" sldId="263"/>
            <ac:spMk id="4" creationId="{F7D4CCE8-599A-E39C-246E-9325888EA6C5}"/>
          </ac:spMkLst>
        </pc:spChg>
        <pc:picChg chg="add mod ord">
          <ac:chgData name="Максим Алябьев" userId="d68a461af1f0a1ed" providerId="LiveId" clId="{A042386F-6726-4694-88C9-882CAC8FC28C}" dt="2025-04-13T17:36:52.673" v="1059" actId="22"/>
          <ac:picMkLst>
            <pc:docMk/>
            <pc:sldMk cId="401784004" sldId="263"/>
            <ac:picMk id="12" creationId="{7786C7FD-7AE1-AC35-B81A-E9E2B46F8EE8}"/>
          </ac:picMkLst>
        </pc:picChg>
      </pc:sldChg>
      <pc:sldChg chg="addSp delSp modSp new mod">
        <pc:chgData name="Максим Алябьев" userId="d68a461af1f0a1ed" providerId="LiveId" clId="{A042386F-6726-4694-88C9-882CAC8FC28C}" dt="2025-04-13T17:38:49.564" v="1111" actId="931"/>
        <pc:sldMkLst>
          <pc:docMk/>
          <pc:sldMk cId="1206774482" sldId="264"/>
        </pc:sldMkLst>
        <pc:spChg chg="mod">
          <ac:chgData name="Максим Алябьев" userId="d68a461af1f0a1ed" providerId="LiveId" clId="{A042386F-6726-4694-88C9-882CAC8FC28C}" dt="2025-04-09T18:21:17.980" v="214" actId="20577"/>
          <ac:spMkLst>
            <pc:docMk/>
            <pc:sldMk cId="1206774482" sldId="264"/>
            <ac:spMk id="2" creationId="{910E6A4E-3C53-3E71-BA20-C5A8B5AF8A8D}"/>
          </ac:spMkLst>
        </pc:spChg>
        <pc:spChg chg="mod">
          <ac:chgData name="Максим Алябьев" userId="d68a461af1f0a1ed" providerId="LiveId" clId="{A042386F-6726-4694-88C9-882CAC8FC28C}" dt="2025-04-09T18:47:17.426" v="1006" actId="20577"/>
          <ac:spMkLst>
            <pc:docMk/>
            <pc:sldMk cId="1206774482" sldId="264"/>
            <ac:spMk id="4" creationId="{5A47BA9A-BD84-B922-5AA8-0E0D3EA65F83}"/>
          </ac:spMkLst>
        </pc:spChg>
        <pc:picChg chg="add mod">
          <ac:chgData name="Максим Алябьев" userId="d68a461af1f0a1ed" providerId="LiveId" clId="{A042386F-6726-4694-88C9-882CAC8FC28C}" dt="2025-04-13T17:38:49.564" v="1111" actId="931"/>
          <ac:picMkLst>
            <pc:docMk/>
            <pc:sldMk cId="1206774482" sldId="264"/>
            <ac:picMk id="11" creationId="{4B7ECB8D-07DA-4495-CA12-6729C78D33F4}"/>
          </ac:picMkLst>
        </pc:picChg>
      </pc:sldChg>
      <pc:sldChg chg="new del">
        <pc:chgData name="Максим Алябьев" userId="d68a461af1f0a1ed" providerId="LiveId" clId="{A042386F-6726-4694-88C9-882CAC8FC28C}" dt="2025-04-09T18:21:04.369" v="183" actId="2696"/>
        <pc:sldMkLst>
          <pc:docMk/>
          <pc:sldMk cId="1956108148" sldId="264"/>
        </pc:sldMkLst>
      </pc:sldChg>
      <pc:sldChg chg="modSp new mod">
        <pc:chgData name="Максим Алябьев" userId="d68a461af1f0a1ed" providerId="LiveId" clId="{A042386F-6726-4694-88C9-882CAC8FC28C}" dt="2025-04-09T18:48:32.453" v="1045" actId="20577"/>
        <pc:sldMkLst>
          <pc:docMk/>
          <pc:sldMk cId="2010913455" sldId="265"/>
        </pc:sldMkLst>
        <pc:spChg chg="mod">
          <ac:chgData name="Максим Алябьев" userId="d68a461af1f0a1ed" providerId="LiveId" clId="{A042386F-6726-4694-88C9-882CAC8FC28C}" dt="2025-04-09T18:47:44.484" v="1025" actId="20577"/>
          <ac:spMkLst>
            <pc:docMk/>
            <pc:sldMk cId="2010913455" sldId="265"/>
            <ac:spMk id="2" creationId="{A5FA420D-02B6-B600-3889-7F665E2044C9}"/>
          </ac:spMkLst>
        </pc:spChg>
        <pc:spChg chg="mod">
          <ac:chgData name="Максим Алябьев" userId="d68a461af1f0a1ed" providerId="LiveId" clId="{A042386F-6726-4694-88C9-882CAC8FC28C}" dt="2025-04-09T18:48:32.453" v="1045" actId="20577"/>
          <ac:spMkLst>
            <pc:docMk/>
            <pc:sldMk cId="2010913455" sldId="265"/>
            <ac:spMk id="3" creationId="{DC0B77D9-D240-7C78-F4AB-0EDABD4A4F30}"/>
          </ac:spMkLst>
        </pc:spChg>
      </pc:sldChg>
      <pc:sldChg chg="addSp delSp modSp new mod modClrScheme chgLayout">
        <pc:chgData name="Максим Алябьев" userId="d68a461af1f0a1ed" providerId="LiveId" clId="{A042386F-6726-4694-88C9-882CAC8FC28C}" dt="2025-05-05T16:48:46.551" v="1764" actId="20577"/>
        <pc:sldMkLst>
          <pc:docMk/>
          <pc:sldMk cId="1585574425" sldId="266"/>
        </pc:sldMkLst>
        <pc:spChg chg="mod ord">
          <ac:chgData name="Максим Алябьев" userId="d68a461af1f0a1ed" providerId="LiveId" clId="{A042386F-6726-4694-88C9-882CAC8FC28C}" dt="2025-05-05T16:48:46.551" v="1764" actId="20577"/>
          <ac:spMkLst>
            <pc:docMk/>
            <pc:sldMk cId="1585574425" sldId="266"/>
            <ac:spMk id="2" creationId="{66325994-9238-81DC-96D1-95F92D613794}"/>
          </ac:spMkLst>
        </pc:spChg>
        <pc:spChg chg="mod ord">
          <ac:chgData name="Максим Алябьев" userId="d68a461af1f0a1ed" providerId="LiveId" clId="{A042386F-6726-4694-88C9-882CAC8FC28C}" dt="2025-04-13T17:44:38.090" v="1473" actId="20577"/>
          <ac:spMkLst>
            <pc:docMk/>
            <pc:sldMk cId="1585574425" sldId="266"/>
            <ac:spMk id="4" creationId="{5EDAB039-4D49-FBAC-7DE9-CDBF6557BAF0}"/>
          </ac:spMkLst>
        </pc:spChg>
      </pc:sldChg>
      <pc:sldChg chg="addSp delSp modSp new mod ord modClrScheme chgLayout">
        <pc:chgData name="Максим Алябьев" userId="d68a461af1f0a1ed" providerId="LiveId" clId="{A042386F-6726-4694-88C9-882CAC8FC28C}" dt="2025-05-04T16:37:35.540" v="1762" actId="931"/>
        <pc:sldMkLst>
          <pc:docMk/>
          <pc:sldMk cId="3419212633" sldId="267"/>
        </pc:sldMkLst>
        <pc:spChg chg="mod ord">
          <ac:chgData name="Максим Алябьев" userId="d68a461af1f0a1ed" providerId="LiveId" clId="{A042386F-6726-4694-88C9-882CAC8FC28C}" dt="2025-05-04T16:36:20.566" v="1761" actId="700"/>
          <ac:spMkLst>
            <pc:docMk/>
            <pc:sldMk cId="3419212633" sldId="267"/>
            <ac:spMk id="2" creationId="{9FD03EE5-636A-CB27-F347-6A3A54F04A52}"/>
          </ac:spMkLst>
        </pc:spChg>
        <pc:spChg chg="del mod ord">
          <ac:chgData name="Максим Алябьев" userId="d68a461af1f0a1ed" providerId="LiveId" clId="{A042386F-6726-4694-88C9-882CAC8FC28C}" dt="2025-05-04T16:34:59.990" v="1537" actId="700"/>
          <ac:spMkLst>
            <pc:docMk/>
            <pc:sldMk cId="3419212633" sldId="267"/>
            <ac:spMk id="3" creationId="{5E2B29E9-90A8-6CEA-7552-082538808412}"/>
          </ac:spMkLst>
        </pc:spChg>
        <pc:spChg chg="add mod ord">
          <ac:chgData name="Максим Алябьев" userId="d68a461af1f0a1ed" providerId="LiveId" clId="{A042386F-6726-4694-88C9-882CAC8FC28C}" dt="2025-05-04T16:36:20.566" v="1761" actId="700"/>
          <ac:spMkLst>
            <pc:docMk/>
            <pc:sldMk cId="3419212633" sldId="267"/>
            <ac:spMk id="4" creationId="{91E39765-2F34-1F5B-C27C-3216DF68D1CD}"/>
          </ac:spMkLst>
        </pc:spChg>
        <pc:spChg chg="add del mod ord">
          <ac:chgData name="Максим Алябьев" userId="d68a461af1f0a1ed" providerId="LiveId" clId="{A042386F-6726-4694-88C9-882CAC8FC28C}" dt="2025-05-04T16:37:35.540" v="1762" actId="931"/>
          <ac:spMkLst>
            <pc:docMk/>
            <pc:sldMk cId="3419212633" sldId="267"/>
            <ac:spMk id="5" creationId="{399DC6FD-DEFA-63CB-D9DF-CF4CE8AC98B7}"/>
          </ac:spMkLst>
        </pc:spChg>
        <pc:picChg chg="add mod">
          <ac:chgData name="Максим Алябьев" userId="d68a461af1f0a1ed" providerId="LiveId" clId="{A042386F-6726-4694-88C9-882CAC8FC28C}" dt="2025-05-04T16:37:35.540" v="1762" actId="931"/>
          <ac:picMkLst>
            <pc:docMk/>
            <pc:sldMk cId="3419212633" sldId="267"/>
            <ac:picMk id="7" creationId="{7FC0C824-EA88-7525-8AAF-31549F4E6F2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E6B7-9421-4EF3-B480-8A7A0A134F3E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B104-7F4B-4002-9CBB-0DE627E6FB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60104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E6B7-9421-4EF3-B480-8A7A0A134F3E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B104-7F4B-4002-9CBB-0DE627E6FB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5043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E6B7-9421-4EF3-B480-8A7A0A134F3E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B104-7F4B-4002-9CBB-0DE627E6FB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811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E6B7-9421-4EF3-B480-8A7A0A134F3E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B104-7F4B-4002-9CBB-0DE627E6FB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604520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E6B7-9421-4EF3-B480-8A7A0A134F3E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B104-7F4B-4002-9CBB-0DE627E6FB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22169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E6B7-9421-4EF3-B480-8A7A0A134F3E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B104-7F4B-4002-9CBB-0DE627E6FB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1023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E6B7-9421-4EF3-B480-8A7A0A134F3E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B104-7F4B-4002-9CBB-0DE627E6FB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964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E6B7-9421-4EF3-B480-8A7A0A134F3E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B104-7F4B-4002-9CBB-0DE627E6FB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65063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3B9DE6B7-9421-4EF3-B480-8A7A0A134F3E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4D29B104-7F4B-4002-9CBB-0DE627E6FB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7730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E6B7-9421-4EF3-B480-8A7A0A134F3E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B104-7F4B-4002-9CBB-0DE627E6FB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2938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E6B7-9421-4EF3-B480-8A7A0A134F3E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B104-7F4B-4002-9CBB-0DE627E6FB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40710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E6B7-9421-4EF3-B480-8A7A0A134F3E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B104-7F4B-4002-9CBB-0DE627E6FB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00418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E6B7-9421-4EF3-B480-8A7A0A134F3E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B104-7F4B-4002-9CBB-0DE627E6FB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83597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E6B7-9421-4EF3-B480-8A7A0A134F3E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29B104-7F4B-4002-9CBB-0DE627E6FB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8634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3B9DE6B7-9421-4EF3-B480-8A7A0A134F3E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4D29B104-7F4B-4002-9CBB-0DE627E6FBC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13703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EB4316-6EC7-E5C5-1619-D5A4EFAFD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1" y="1714500"/>
            <a:ext cx="10572000" cy="2705698"/>
          </a:xfrm>
        </p:spPr>
        <p:txBody>
          <a:bodyPr/>
          <a:lstStyle/>
          <a:p>
            <a:r>
              <a:rPr lang="ru-RU" dirty="0"/>
              <a:t>Сайт по продаже ноутбуков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C2064BB-7F61-F639-9061-333D66B9F2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47409"/>
            <a:ext cx="9144000" cy="571500"/>
          </a:xfrm>
        </p:spPr>
        <p:txBody>
          <a:bodyPr/>
          <a:lstStyle/>
          <a:p>
            <a:r>
              <a:rPr lang="ru-RU" dirty="0"/>
              <a:t>Проект для Яндекс Лицея. Создатели</a:t>
            </a:r>
            <a:r>
              <a:rPr lang="en-US" dirty="0"/>
              <a:t>: </a:t>
            </a:r>
            <a:r>
              <a:rPr lang="ru-RU" dirty="0"/>
              <a:t>Максим, Арина, Константин</a:t>
            </a:r>
          </a:p>
        </p:txBody>
      </p:sp>
    </p:spTree>
    <p:extLst>
      <p:ext uri="{BB962C8B-B14F-4D97-AF65-F5344CB8AC3E}">
        <p14:creationId xmlns:p14="http://schemas.microsoft.com/office/powerpoint/2010/main" val="65815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FA420D-02B6-B600-3889-7F665E204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0B77D9-D240-7C78-F4AB-0EDABD4A4F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449580">
              <a:lnSpc>
                <a:spcPct val="115000"/>
              </a:lnSpc>
              <a:spcAft>
                <a:spcPts val="800"/>
              </a:spcAft>
              <a:buNone/>
            </a:pP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Целью проекта является создание веб-приложения на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python 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с помощью библиотеки </a:t>
            </a:r>
            <a:r>
              <a:rPr lang="en-US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flask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Проект будет представлять собой онлайн-маркетплейс, на котором пользователь сможет просматривать ноутбуки от разных продавцов, читать описание ноутбуков, ставить оценки различным товарам. Пользователь сможет переходить на странички продавцов и смотреть другие товары продавца.</a:t>
            </a:r>
          </a:p>
        </p:txBody>
      </p:sp>
    </p:spTree>
    <p:extLst>
      <p:ext uri="{BB962C8B-B14F-4D97-AF65-F5344CB8AC3E}">
        <p14:creationId xmlns:p14="http://schemas.microsoft.com/office/powerpoint/2010/main" val="2010913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1D93E0-31A4-CF8A-2F33-D5B950353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Используемые технологии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D44ED14-3987-C2EC-4EB6-4E9D678B89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0E5C9AB3-3870-7796-3AB7-2613C2A7C41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При создании проекта использовался язык программирования </a:t>
            </a:r>
            <a:r>
              <a:rPr lang="en-US" dirty="0"/>
              <a:t>Python </a:t>
            </a:r>
            <a:r>
              <a:rPr lang="ru-RU" dirty="0"/>
              <a:t>и библиотеки </a:t>
            </a:r>
            <a:r>
              <a:rPr lang="en-US" dirty="0"/>
              <a:t>Flask, </a:t>
            </a:r>
            <a:r>
              <a:rPr lang="en-US" dirty="0" err="1"/>
              <a:t>SQLAlchemy</a:t>
            </a:r>
            <a:r>
              <a:rPr lang="en-US" dirty="0"/>
              <a:t>,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 </a:t>
            </a:r>
            <a:r>
              <a:rPr lang="en-US" i="0" dirty="0">
                <a:effectLst/>
                <a:latin typeface="Consolas" panose="020B0609020204030204" pitchFamily="49" charset="0"/>
              </a:rPr>
              <a:t>python-</a:t>
            </a:r>
            <a:r>
              <a:rPr lang="en-US" i="0" dirty="0" err="1">
                <a:effectLst/>
                <a:latin typeface="Consolas" panose="020B0609020204030204" pitchFamily="49" charset="0"/>
              </a:rPr>
              <a:t>dotenv</a:t>
            </a:r>
            <a:r>
              <a:rPr lang="en-US" i="0" dirty="0">
                <a:effectLst/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и </a:t>
            </a:r>
            <a:r>
              <a:rPr lang="en-US" dirty="0">
                <a:latin typeface="Consolas" panose="020B0609020204030204" pitchFamily="49" charset="0"/>
              </a:rPr>
              <a:t>Flask-WTF</a:t>
            </a:r>
            <a:r>
              <a:rPr lang="ru-RU" dirty="0">
                <a:latin typeface="Consolas" panose="020B0609020204030204" pitchFamily="49" charset="0"/>
              </a:rPr>
              <a:t>.</a:t>
            </a:r>
            <a:endParaRPr lang="en-US" dirty="0">
              <a:latin typeface="Consolas" panose="020B0609020204030204" pitchFamily="49" charset="0"/>
            </a:endParaRPr>
          </a:p>
          <a:p>
            <a:r>
              <a:rPr lang="ru-RU" dirty="0">
                <a:latin typeface="Consolas" panose="020B0609020204030204" pitchFamily="49" charset="0"/>
              </a:rPr>
              <a:t>Все нужные библиотеки для установки перечислены в файле </a:t>
            </a:r>
            <a:r>
              <a:rPr lang="en-US" dirty="0">
                <a:latin typeface="Consolas" panose="020B0609020204030204" pitchFamily="49" charset="0"/>
              </a:rPr>
              <a:t>requirements.txt</a:t>
            </a:r>
            <a:endParaRPr lang="ru-RU" dirty="0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F0F120A-4839-FE28-1E2A-F642727725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0C1F0784-FF9F-8011-0991-214743CF708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075" y="3224832"/>
            <a:ext cx="5194300" cy="2162524"/>
          </a:xfrm>
        </p:spPr>
      </p:pic>
    </p:spTree>
    <p:extLst>
      <p:ext uri="{BB962C8B-B14F-4D97-AF65-F5344CB8AC3E}">
        <p14:creationId xmlns:p14="http://schemas.microsoft.com/office/powerpoint/2010/main" val="1096282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37E8B7-3907-81FD-1D32-7BC27FEBB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</a:t>
            </a:r>
            <a:r>
              <a:rPr lang="en-US" dirty="0"/>
              <a:t>bootstrap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19A753D-8D1F-300F-CC64-12E0A0F60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97788C-14C4-201B-A25A-D56417B6416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Для написания страниц на языке разметки </a:t>
            </a:r>
            <a:r>
              <a:rPr lang="en-US" dirty="0"/>
              <a:t>HTML </a:t>
            </a:r>
            <a:r>
              <a:rPr lang="ru-RU" dirty="0"/>
              <a:t>была использована библиотека </a:t>
            </a:r>
            <a:r>
              <a:rPr lang="en-US" dirty="0"/>
              <a:t>bootstrap </a:t>
            </a:r>
            <a:r>
              <a:rPr lang="ru-RU" dirty="0"/>
              <a:t>для быстрого создания более понятный и удобных страниц.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C55464E-7E2A-BDC2-4730-41B04D9F51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C17BA6CA-5DB1-D972-C6A0-5262AAF2294A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750" y="2920471"/>
            <a:ext cx="3109912" cy="3109912"/>
          </a:xfrm>
        </p:spPr>
      </p:pic>
    </p:spTree>
    <p:extLst>
      <p:ext uri="{BB962C8B-B14F-4D97-AF65-F5344CB8AC3E}">
        <p14:creationId xmlns:p14="http://schemas.microsoft.com/office/powerpoint/2010/main" val="266054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69A9CB-67B8-09B9-B44E-44CD42C53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Шаблоны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3E352C3-C57D-21ED-F6B6-0FD2B14BD5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536CD0EA-E974-6D63-194C-9EF437954ED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4671" y="2751139"/>
            <a:ext cx="2989970" cy="3109912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4533BED2-C966-E50C-FB5F-D05E877381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DB671C3-B3B3-5604-2324-D8F68DC44E0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ru-RU" dirty="0"/>
              <a:t>В папке </a:t>
            </a:r>
            <a:r>
              <a:rPr lang="en-US" dirty="0"/>
              <a:t>templates </a:t>
            </a:r>
            <a:r>
              <a:rPr lang="ru-RU" dirty="0"/>
              <a:t>хранятся </a:t>
            </a:r>
            <a:r>
              <a:rPr lang="en-US" dirty="0"/>
              <a:t>html-</a:t>
            </a:r>
            <a:r>
              <a:rPr lang="ru-RU" dirty="0"/>
              <a:t>шаблоны страниц. Файл </a:t>
            </a:r>
            <a:r>
              <a:rPr lang="en-US" dirty="0"/>
              <a:t>base.html </a:t>
            </a:r>
            <a:r>
              <a:rPr lang="ru-RU" dirty="0"/>
              <a:t>содержит футер и навигационную часть единую для всех страниц. Почти все страницы наследуются от </a:t>
            </a:r>
            <a:r>
              <a:rPr lang="en-US" dirty="0"/>
              <a:t>base.html.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70195195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6B7A6C-5B97-F1FD-398F-8D6E4AC4C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ORM-</a:t>
            </a:r>
            <a:r>
              <a:rPr lang="ru-RU" dirty="0"/>
              <a:t>модели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760DC6-8FBD-9AA9-A067-64FBE522F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12E2A8D-2B19-2436-82CC-43C40D32A5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Есть две </a:t>
            </a:r>
            <a:r>
              <a:rPr lang="en-US" dirty="0"/>
              <a:t>ORM-</a:t>
            </a:r>
            <a:r>
              <a:rPr lang="ru-RU" dirty="0"/>
              <a:t>модели для облегчения работы с базой данных</a:t>
            </a:r>
            <a:r>
              <a:rPr lang="en-US" dirty="0"/>
              <a:t>: </a:t>
            </a:r>
            <a:r>
              <a:rPr lang="ru-RU" dirty="0"/>
              <a:t>модель пользователей и ноутбуков. Они все хранятся в папке </a:t>
            </a:r>
            <a:r>
              <a:rPr lang="en-US" dirty="0"/>
              <a:t>data</a:t>
            </a:r>
            <a:r>
              <a:rPr lang="ru-RU" dirty="0"/>
              <a:t>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DA43884-3E9F-A7F5-2A02-62BF578A28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AC94FAE7-217B-990D-9C9D-F4410EE04661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0914" y="3508374"/>
            <a:ext cx="3467584" cy="1467055"/>
          </a:xfrm>
        </p:spPr>
      </p:pic>
    </p:spTree>
    <p:extLst>
      <p:ext uri="{BB962C8B-B14F-4D97-AF65-F5344CB8AC3E}">
        <p14:creationId xmlns:p14="http://schemas.microsoft.com/office/powerpoint/2010/main" val="3827718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C4D8D1-D4AD-9D91-7677-C2546E384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Регистрация и авторизация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DEF7C0-7E8E-9847-71E3-ACBAB75BF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B03BA9F-A230-3556-0497-8D96AD6F839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Чтобы разместить товар на сайте нужно зарегистрироваться и авторизоваться. Сайт предлагает эту возможность. Для создания аккаунта нужно указать почту, заполнить поля верно, пройти капчу и указать код, пришедший на почту. Регистрация на странице </a:t>
            </a:r>
            <a:r>
              <a:rPr lang="en-US" dirty="0"/>
              <a:t>/register</a:t>
            </a:r>
            <a:r>
              <a:rPr lang="ru-RU" dirty="0"/>
              <a:t>, а вход на странице </a:t>
            </a:r>
            <a:r>
              <a:rPr lang="en-US" dirty="0"/>
              <a:t>/login</a:t>
            </a:r>
            <a:r>
              <a:rPr lang="ru-RU" dirty="0"/>
              <a:t>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0E56A32-F878-20C3-D9BD-A9D7891860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" name="Объект 9">
            <a:extLst>
              <a:ext uri="{FF2B5EF4-FFF2-40B4-BE49-F238E27FC236}">
                <a16:creationId xmlns:a16="http://schemas.microsoft.com/office/drawing/2014/main" id="{EE8A4368-9F05-BF0D-582B-A7766542246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2983" y="2460254"/>
            <a:ext cx="3443446" cy="3950558"/>
          </a:xfrm>
        </p:spPr>
      </p:pic>
    </p:spTree>
    <p:extLst>
      <p:ext uri="{BB962C8B-B14F-4D97-AF65-F5344CB8AC3E}">
        <p14:creationId xmlns:p14="http://schemas.microsoft.com/office/powerpoint/2010/main" val="27479733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1A57B3-C50F-BB96-5ED5-E895FA8A7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Загрузка и использование файлов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FF523E-FEA0-110F-14C1-0CF08B5726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7D4CCE8-599A-E39C-246E-9325888EA6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/>
              <a:t>В личном кабинете пользователь может загрузить изображение своего аватара. Также при добавлении ноутбука можно загрузить изображение товара.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409852-059A-4DA3-6542-4F851766B4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2" name="Объект 11">
            <a:extLst>
              <a:ext uri="{FF2B5EF4-FFF2-40B4-BE49-F238E27FC236}">
                <a16:creationId xmlns:a16="http://schemas.microsoft.com/office/drawing/2014/main" id="{7786C7FD-7AE1-AC35-B81A-E9E2B46F8EE8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188075" y="2915353"/>
            <a:ext cx="5194300" cy="2781481"/>
          </a:xfrm>
        </p:spPr>
      </p:pic>
    </p:spTree>
    <p:extLst>
      <p:ext uri="{BB962C8B-B14F-4D97-AF65-F5344CB8AC3E}">
        <p14:creationId xmlns:p14="http://schemas.microsoft.com/office/powerpoint/2010/main" val="40178400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325994-9238-81DC-96D1-95F92D613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Собственное </a:t>
            </a:r>
            <a:r>
              <a:rPr lang="en-US" dirty="0"/>
              <a:t>API blueprint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DAB039-4D49-FBAC-7DE9-CDBF6557B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приложении было реализовано </a:t>
            </a:r>
            <a:r>
              <a:rPr lang="en-US" dirty="0"/>
              <a:t>API </a:t>
            </a:r>
            <a:r>
              <a:rPr lang="ru-RU" dirty="0"/>
              <a:t>для получения данных о пользователе и ноутбуках. </a:t>
            </a:r>
            <a:r>
              <a:rPr lang="en-US" dirty="0"/>
              <a:t>API </a:t>
            </a:r>
            <a:r>
              <a:rPr lang="ru-RU" dirty="0"/>
              <a:t>может использовать любой пользователь, который зарегистрирован на сайте. Для создания </a:t>
            </a:r>
            <a:r>
              <a:rPr lang="en-US" dirty="0"/>
              <a:t>API </a:t>
            </a:r>
            <a:r>
              <a:rPr lang="ru-RU" dirty="0"/>
              <a:t>была использован класс </a:t>
            </a:r>
            <a:r>
              <a:rPr lang="en-US" dirty="0"/>
              <a:t>Blueprint </a:t>
            </a:r>
            <a:r>
              <a:rPr lang="ru-RU" dirty="0"/>
              <a:t>из </a:t>
            </a:r>
            <a:r>
              <a:rPr lang="en-US" dirty="0"/>
              <a:t>flask.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5574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0E6A4E-3C53-3E71-BA20-C5A8B5AF8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Хранение базы данных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74AA54-F008-3392-0881-D91D588511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A47BA9A-BD84-B922-5AA8-0E0D3EA65F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Данные хранятся в виде 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SQLite</a:t>
            </a:r>
            <a:r>
              <a:rPr lang="ru-RU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в файле </a:t>
            </a:r>
            <a:r>
              <a:rPr lang="en-US" kern="1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users.db</a:t>
            </a:r>
            <a:r>
              <a:rPr lang="en-US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ru-RU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В базе 2 таблицы: таблица пользователей и таблица ноутбуков. В базе хранится информация о пользователях и товарах.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08666A9-9961-9975-7C5C-2BFA3520D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1" name="Объект 10">
            <a:extLst>
              <a:ext uri="{FF2B5EF4-FFF2-40B4-BE49-F238E27FC236}">
                <a16:creationId xmlns:a16="http://schemas.microsoft.com/office/drawing/2014/main" id="{4B7ECB8D-07DA-4495-CA12-6729C78D33F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0731" y="2751138"/>
            <a:ext cx="4988987" cy="3109912"/>
          </a:xfrm>
        </p:spPr>
      </p:pic>
    </p:spTree>
    <p:extLst>
      <p:ext uri="{BB962C8B-B14F-4D97-AF65-F5344CB8AC3E}">
        <p14:creationId xmlns:p14="http://schemas.microsoft.com/office/powerpoint/2010/main" val="1206774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D03EE5-636A-CB27-F347-6A3A54F04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</a:t>
            </a:r>
            <a:r>
              <a:rPr lang="en-US" dirty="0"/>
              <a:t> API </a:t>
            </a:r>
            <a:r>
              <a:rPr lang="ru-RU" dirty="0"/>
              <a:t>Яндекса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1E39765-2F34-1F5B-C27C-3216DF68D1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ru-RU" dirty="0"/>
              <a:t>При работе над проектом использовалось </a:t>
            </a:r>
            <a:r>
              <a:rPr lang="en-US" dirty="0"/>
              <a:t>API </a:t>
            </a:r>
            <a:r>
              <a:rPr lang="ru-RU" dirty="0" err="1"/>
              <a:t>геокодера</a:t>
            </a:r>
            <a:r>
              <a:rPr lang="ru-RU" dirty="0"/>
              <a:t> и </a:t>
            </a:r>
            <a:r>
              <a:rPr lang="en-US" dirty="0"/>
              <a:t>API Yandex static-map.</a:t>
            </a:r>
            <a:r>
              <a:rPr lang="ru-RU" dirty="0"/>
              <a:t> </a:t>
            </a:r>
            <a:r>
              <a:rPr lang="en-US" dirty="0"/>
              <a:t>API </a:t>
            </a:r>
            <a:r>
              <a:rPr lang="ru-RU" dirty="0"/>
              <a:t>используется на странице подробностей о ноутбуке, где выводится карта адреса, где можно забрать ноутбук.</a:t>
            </a:r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7FC0C824-EA88-7525-8AAF-31549F4E6F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075" y="2850900"/>
            <a:ext cx="5194300" cy="2381749"/>
          </a:xfrm>
        </p:spPr>
      </p:pic>
    </p:spTree>
    <p:extLst>
      <p:ext uri="{BB962C8B-B14F-4D97-AF65-F5344CB8AC3E}">
        <p14:creationId xmlns:p14="http://schemas.microsoft.com/office/powerpoint/2010/main" val="3419212633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74A6BBF3-98F3-6614-132D-6777182023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7F9DEF54-3639-4585-7DD4-0968C37B8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5640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Цитаты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Цитаты</Template>
  <TotalTime>75</TotalTime>
  <Words>359</Words>
  <Application>Microsoft Office PowerPoint</Application>
  <PresentationFormat>Широкоэкранный</PresentationFormat>
  <Paragraphs>24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Aptos</vt:lpstr>
      <vt:lpstr>Century Gothic</vt:lpstr>
      <vt:lpstr>Consolas</vt:lpstr>
      <vt:lpstr>Wingdings 2</vt:lpstr>
      <vt:lpstr>Цитаты</vt:lpstr>
      <vt:lpstr>Сайт по продаже ноутбуков</vt:lpstr>
      <vt:lpstr>Цель проекта</vt:lpstr>
      <vt:lpstr>Используемые технологии</vt:lpstr>
      <vt:lpstr>Использование bootstrap</vt:lpstr>
      <vt:lpstr>Шаблоны</vt:lpstr>
      <vt:lpstr>ORM-модели</vt:lpstr>
      <vt:lpstr>Регистрация и авторизация</vt:lpstr>
      <vt:lpstr>Загрузка и использование файлов</vt:lpstr>
      <vt:lpstr>Собственное API blueprint</vt:lpstr>
      <vt:lpstr>Хранение базы данных</vt:lpstr>
      <vt:lpstr>Использование API Яндекса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Максим Алябьев</dc:creator>
  <cp:lastModifiedBy>Максим Алябьев</cp:lastModifiedBy>
  <cp:revision>2</cp:revision>
  <dcterms:created xsi:type="dcterms:W3CDTF">2025-04-09T17:50:00Z</dcterms:created>
  <dcterms:modified xsi:type="dcterms:W3CDTF">2025-05-05T16:48:48Z</dcterms:modified>
</cp:coreProperties>
</file>